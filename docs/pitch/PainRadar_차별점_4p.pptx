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언급 148건 ≠ 목소리 148개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불만이 아니라 행동으로 순위를 매김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반박 근거를 같이 찾음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숫자는 코드가 세고, LLM은 라벨만 붙임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